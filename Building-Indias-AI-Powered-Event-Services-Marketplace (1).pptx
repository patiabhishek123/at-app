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Raleway ExtraBold"/>
      <p:regular r:id="rId201314"/>
    </p:embeddedFont>
    <p:embeddedFont>
      <p:font typeface="Raleway Medium"/>
      <p:regular r:id="rId201315"/>
    </p:embeddedFont>
    <p:embeddedFont>
      <p:font typeface="Raleway SemiBold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  <p:embeddedFont>
      <p:font typeface="Raleway Thin"/>
      <p:regular r:id="rId201319"/>
    </p:embeddedFont>
    <p:embeddedFont>
      <p:font typeface="Raleway ExtraLight"/>
      <p:regular r:id="rId201320"/>
    </p:embeddedFont>
    <p:embeddedFont>
      <p:font typeface="Raleway Light"/>
      <p:regular r:id="rId201321"/>
    </p:embeddedFont>
    <p:embeddedFont>
      <p:font typeface="Raleway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32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82" y="1394123"/>
            <a:ext cx="9781831" cy="4476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0129" y="1869558"/>
            <a:ext cx="2163856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&amp; Infra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370129" y="2216986"/>
            <a:ext cx="2385051" cy="616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WhatsApp/Mobile/Web, microservices, Vercel, payments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65024" y="3341017"/>
            <a:ext cx="2163856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Engine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36173" y="3688444"/>
            <a:ext cx="2192707" cy="61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Availability matching, vendor scoring, behavioral analytics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70129" y="4203575"/>
            <a:ext cx="2163856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70129" y="4551003"/>
            <a:ext cx="2385051" cy="41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Mastra, PipeKat, Sarvam LLMs for recommendations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6043116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Multi-LLM AI core · Real-time availability engine · Cloud-native microservices · WhatsApp-first consumer interface.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2026-07-20T12:19:43Z</dcterms:created>
  <dcterms:modified xsi:type="dcterms:W3CDTF">2026-07-20T12:19:43Z</dcterms:modified>
</cp:coreProperties>
</file>